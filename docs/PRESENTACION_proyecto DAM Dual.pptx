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hUpygMwb9VUaJQLXYhaEAsBjH2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96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customschemas.google.com/relationships/presentationmetadata" Target="meta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26826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1498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2234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5834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8465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19d91f4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19d91f4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507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f19d91f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f19d91f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2040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f19d91f4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f19d91f4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8219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19d91f4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19d91f4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3366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f19d91f4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f19d91f4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901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determinado 6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83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61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1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/>
          <p:nvPr/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PRESENTACIÓN</a:t>
            </a:r>
            <a:endParaRPr sz="5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2º DAM Dual Desarrollo de Interfaces </a:t>
            </a:r>
            <a:endParaRPr sz="2800">
              <a:solidFill>
                <a:srgbClr val="434343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434343"/>
                </a:solidFill>
              </a:rPr>
              <a:t>Proyecto de Desarrollo de Aplicaciones Multiplataforma</a:t>
            </a:r>
            <a:endParaRPr sz="17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13" b="1"/>
              <a:t>INTRODUCCIÓN </a:t>
            </a:r>
            <a:r>
              <a:rPr lang="en-GB" sz="261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GB" sz="2613" b="1"/>
              <a:t>Proyecto</a:t>
            </a:r>
            <a:endParaRPr sz="26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91425" rIns="90000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Profesional:  </a:t>
            </a:r>
            <a:r>
              <a:rPr lang="en-GB" sz="1800"/>
              <a:t>MP0492. Proyecto de desarrollo de aplicaciones multiplataforma.</a:t>
            </a:r>
            <a:endParaRPr sz="1800" b="1" i="0" u="none" strike="noStrike" cap="none">
              <a:solidFill>
                <a:srgbClr val="000000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 b="1"/>
              <a:t>Equivalencia en créditos</a:t>
            </a:r>
            <a:r>
              <a:rPr lang="en-GB" sz="115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-GB" sz="1800" b="1"/>
              <a:t>ECTS</a:t>
            </a:r>
            <a:r>
              <a:rPr lang="en-GB" sz="1800"/>
              <a:t>: 5.</a:t>
            </a:r>
            <a:endParaRPr sz="1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 sz="1800" b="1"/>
              <a:t>Código</a:t>
            </a:r>
            <a:r>
              <a:rPr lang="en-GB" sz="1800"/>
              <a:t>: MP492.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800" b="1">
                <a:solidFill>
                  <a:schemeClr val="dk1"/>
                </a:solidFill>
              </a:rPr>
              <a:t>Duración</a:t>
            </a:r>
            <a:r>
              <a:rPr lang="en-GB" sz="1800">
                <a:solidFill>
                  <a:schemeClr val="dk1"/>
                </a:solidFill>
              </a:rPr>
              <a:t>: 26 horas </a:t>
            </a:r>
            <a:endParaRPr sz="1800"/>
          </a:p>
          <a:p>
            <a:pPr marL="0" lvl="0" indent="215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215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  <a:p>
            <a:pPr marL="0" marR="0" lvl="0" indent="0" algn="just" rtl="0">
              <a:lnSpc>
                <a:spcPct val="150000"/>
              </a:lnSpc>
              <a:spcBef>
                <a:spcPts val="1199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13"/>
              <a:t>Desarrollo de un p</a:t>
            </a:r>
            <a:r>
              <a:rPr lang="en-GB" sz="2613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royecto</a:t>
            </a:r>
            <a:endParaRPr sz="2613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/>
          <p:nvPr/>
        </p:nvSpPr>
        <p:spPr>
          <a:xfrm>
            <a:off x="360000" y="1080000"/>
            <a:ext cx="8280000" cy="3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</a:t>
            </a:r>
            <a:r>
              <a:rPr lang="en-GB" sz="1600" b="1" strike="noStrike">
                <a:solidFill>
                  <a:srgbClr val="000000"/>
                </a:solidFill>
              </a:rPr>
              <a:t>Consta de 26h</a:t>
            </a:r>
            <a:r>
              <a:rPr lang="en-GB" sz="1600" b="1"/>
              <a:t> en total</a:t>
            </a:r>
            <a:r>
              <a:rPr lang="en-GB" sz="1600"/>
              <a:t>, en el desarrollo de un proyecto.</a:t>
            </a:r>
            <a:endParaRPr sz="1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Se ha de </a:t>
            </a:r>
            <a:r>
              <a:rPr lang="en-GB" sz="1600" b="1"/>
              <a:t>r</a:t>
            </a:r>
            <a:r>
              <a:rPr lang="en-GB" sz="1600" b="1" strike="noStrike">
                <a:solidFill>
                  <a:srgbClr val="000000"/>
                </a:solidFill>
              </a:rPr>
              <a:t>ealiza</a:t>
            </a:r>
            <a:r>
              <a:rPr lang="en-GB" sz="1600" b="1"/>
              <a:t>r</a:t>
            </a:r>
            <a:r>
              <a:rPr lang="en-GB" sz="1600" b="1" strike="noStrike">
                <a:solidFill>
                  <a:srgbClr val="000000"/>
                </a:solidFill>
              </a:rPr>
              <a:t> el </a:t>
            </a:r>
            <a:r>
              <a:rPr lang="en-GB" sz="1600" b="1"/>
              <a:t>desarrollo de </a:t>
            </a:r>
            <a:r>
              <a:rPr lang="en-GB" sz="1600" b="1" strike="noStrike">
                <a:solidFill>
                  <a:srgbClr val="000000"/>
                </a:solidFill>
              </a:rPr>
              <a:t>un </a:t>
            </a:r>
            <a:r>
              <a:rPr lang="en-GB" sz="1600" b="1"/>
              <a:t>proyecto de software </a:t>
            </a: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 algunas de las tecnologías utilizadas durante el curso escolar,</a:t>
            </a:r>
            <a:r>
              <a:rPr lang="en-GB" sz="1600"/>
              <a:t> aplicando las buenas prácticas de programación.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-  Se ha de </a:t>
            </a:r>
            <a:r>
              <a:rPr lang="en-GB" sz="1600" b="1"/>
              <a:t>realizar una memoria</a:t>
            </a:r>
            <a:r>
              <a:rPr lang="en-GB" sz="1600"/>
              <a:t>, de acuerdo a la plantilla actualizada en el aula virtual, en la que se ha desarrollar los diferentes puntos planteados.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</a:t>
            </a:r>
            <a:r>
              <a:rPr lang="en-GB" sz="1600" b="1" strike="noStrike">
                <a:solidFill>
                  <a:srgbClr val="000000"/>
                </a:solidFill>
              </a:rPr>
              <a:t>Realización de una defensa del proyecto </a:t>
            </a:r>
            <a:r>
              <a:rPr lang="en-GB"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(en la convocatoria de septiembre), evaluada por un tribunal compuesto por profesorado del equipo docente. Se ha de realizar una presentación digital de </a:t>
            </a:r>
            <a:r>
              <a:rPr lang="en-GB" sz="1600"/>
              <a:t>apoyo a dicha defensa.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-  Se ha de </a:t>
            </a:r>
            <a:r>
              <a:rPr lang="en-GB" sz="1600" b="1" i="1"/>
              <a:t>consultar la rúbrica</a:t>
            </a:r>
            <a:r>
              <a:rPr lang="en-GB" sz="1600"/>
              <a:t> asociada, con los diferentes puntos a tener en cuenta.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DEFENSA PROYECTO FIN DE CICLO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2DAM Dual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664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REALIZACIÓN DE LA DEFENSA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Contaréis con 15 minutos para realizar vuestra presentación.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Es obligatorio el apoyo de una presentación para la defensa que cubran los diferentes puntos mostrados en la próxima diapositiva.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Es importante realizar una buena exposición y destacar lo importante de vuestro proyecto: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La exposición no se debe de leer, se ha de saber de memoria lo que se va a decir.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La presentación digital no ha de contener mucha letra, simplemente sería un guión de apoyo destacando lo importante.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Tras vuestra exposición el tribunal realizará preguntas de acuerdo a vuestro proyecto.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32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 DE LA PRESENTACIÓN - 15 minutos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b="1"/>
              <a:t>Contextualización/Introducción (1 minuto)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b="1"/>
              <a:t>Estudio de mercado (2 minuto)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b="1"/>
              <a:t>Objetivos (1 minuto)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b="1"/>
              <a:t>Presupuesto (1 minuto)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b="1"/>
              <a:t>Diagrama Entidad/Relación (2 minuto)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b="1"/>
              <a:t>Herramientas y librerías utilizadas (3 minuto)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b="1"/>
              <a:t>Patrones de desarrollo utilizados y buenas prácticas de programación (3 minuto)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b="1"/>
              <a:t>Innovación (2 minuto)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b="1"/>
              <a:t>Propuestas de mejora (1 minuto)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b="1"/>
              <a:t>Ruegos y preguntas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3766191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APARTADOS DE LA PRESENTACIÓN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b="1"/>
              <a:t>Contextualización/Introducción (1 minuto)</a:t>
            </a:r>
            <a:endParaRPr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Hacer una breve contextualización del proyecto, como surgió y cual es su finalidad.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s" b="1"/>
              <a:t>Estudio de mercado (2 minuto)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      Destacar si hay alguna aplicación/es en la competencia y cuáles son. Y si              puede ser viable de   cara al mercado esta aplicación.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s" b="1"/>
              <a:t>Objetivos (1 minuto)</a:t>
            </a:r>
            <a:endParaRPr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Destacar que objetivos se pretende obtener con este aplicativo.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s" b="1"/>
              <a:t>Presupuesto (1 minuto)</a:t>
            </a:r>
            <a:endParaRPr b="1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Mostrar y explicar el presupuesto que supone el desarrollo del aplicativo.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0265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APARTADOS DE LA PRESENTACIÓN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5. Diagrama Entidad/Relación (2 minuto)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/>
              <a:t>    </a:t>
            </a:r>
            <a:r>
              <a:rPr lang="es"/>
              <a:t>Mostrar y explicar el diagrama de Entidad/Relación de la aplicación.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/>
              <a:t>6. Herramientas y librerías utilizadas (3 minuto)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 Mostrar y explicar las diferentes herramientas, librerías, APIS, etc que hayáis utilizando en el proyecto.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/>
              <a:t>7. Patrones de desarrollo utilizados y buenas prácticas de programación (3 minuto)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Explicar los diferentes patrones de desarrollo aplicados en el desarrollo: como MVC, DAO, etc. Mostrar un trozo de código en el que se vea su uso de los diferentes patrones y cómo se han aplicado las buenas prácticas de programación. Es importante mostrar bien los puntos destacables.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/>
              <a:t>8. Innovación (2 minuto)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    Mostrar y explicar cuál fue la innovación en vuestro proyecto y aquello que sea destacable que el tribunal deba saber.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527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APARTADOS DE LA PRESENTACIÓN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b="1"/>
              <a:t>9. Propuestas de mejora (1 minuto)</a:t>
            </a:r>
            <a:endParaRPr sz="17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   Concluir con las posibles propuestas de mejora de vuestro proyecto.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 b="1"/>
              <a:t>10. Ruegos y preguntas.</a:t>
            </a:r>
            <a:endParaRPr sz="1700"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/>
              <a:t>   El tribunal realizará las preguntas pertinentes.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394971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</Words>
  <Application>Microsoft Office PowerPoint</Application>
  <PresentationFormat>Presentación en pantalla (16:9)</PresentationFormat>
  <Paragraphs>63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Office Theme</vt:lpstr>
      <vt:lpstr>Office Theme</vt:lpstr>
      <vt:lpstr>Presentación de PowerPoint</vt:lpstr>
      <vt:lpstr>Presentación de PowerPoint</vt:lpstr>
      <vt:lpstr>Presentación de PowerPoint</vt:lpstr>
      <vt:lpstr>DEFENSA PROYECTO FIN DE CICLO</vt:lpstr>
      <vt:lpstr>REALIZACIÓN DE LA DEFENSA</vt:lpstr>
      <vt:lpstr>ÍNDICE DE LA PRESENTACIÓN - 15 minutos</vt:lpstr>
      <vt:lpstr>APARTADOS DE LA PRESENTACIÓN</vt:lpstr>
      <vt:lpstr>APARTADOS DE LA PRESENTACIÓN</vt:lpstr>
      <vt:lpstr>APARTADOS DE LA PRESENTACIÓN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wadmin</dc:creator>
  <cp:lastModifiedBy>Cuenta Microsoft</cp:lastModifiedBy>
  <cp:revision>1</cp:revision>
  <dcterms:modified xsi:type="dcterms:W3CDTF">2025-11-04T12:04:09Z</dcterms:modified>
</cp:coreProperties>
</file>